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77869E-367C-4342-8659-476EBA6D10F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D0720-F426-4216-8CA3-0C798BA4E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896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4D0720-F426-4216-8CA3-0C798BA4EC9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044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7FAB749D-30C9-4D62-B3EF-EF5F372AC0B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5DEDBCE2-D99E-4FB4-AD13-843F0B5C24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7FAB749D-30C9-4D62-B3EF-EF5F372AC0B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2-D99E-4FB4-AD13-843F0B5C24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7FAB749D-30C9-4D62-B3EF-EF5F372AC0B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5DEDBCE2-D99E-4FB4-AD13-843F0B5C24DB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FAB749D-30C9-4D62-B3EF-EF5F372AC0B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5DEDBCE2-D99E-4FB4-AD13-843F0B5C24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7FAB749D-30C9-4D62-B3EF-EF5F372AC0B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5DEDBCE2-D99E-4FB4-AD13-843F0B5C24D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749D-30C9-4D62-B3EF-EF5F372AC0B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2-D99E-4FB4-AD13-843F0B5C24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FAB749D-30C9-4D62-B3EF-EF5F372AC0B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5DEDBCE2-D99E-4FB4-AD13-843F0B5C24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7FAB749D-30C9-4D62-B3EF-EF5F372AC0B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5DEDBCE2-D99E-4FB4-AD13-843F0B5C24D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7FAB749D-30C9-4D62-B3EF-EF5F372AC0B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5DEDBCE2-D99E-4FB4-AD13-843F0B5C24D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749D-30C9-4D62-B3EF-EF5F372AC0B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2-D99E-4FB4-AD13-843F0B5C24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749D-30C9-4D62-B3EF-EF5F372AC0B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DBCE2-D99E-4FB4-AD13-843F0B5C24D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7FAB749D-30C9-4D62-B3EF-EF5F372AC0BD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5DEDBCE2-D99E-4FB4-AD13-843F0B5C24DB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935"/>
            <a:ext cx="7772400" cy="1470025"/>
          </a:xfrm>
        </p:spPr>
        <p:txBody>
          <a:bodyPr>
            <a:noAutofit/>
          </a:bodyPr>
          <a:lstStyle/>
          <a:p>
            <a:r>
              <a:rPr lang="en-US" sz="6600" b="1" dirty="0" smtClean="0"/>
              <a:t>Chinook Music Album Database</a:t>
            </a:r>
            <a:endParaRPr lang="en-IN" sz="6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544" y="4052664"/>
            <a:ext cx="7991896" cy="17526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Online Music Store</a:t>
            </a:r>
          </a:p>
          <a:p>
            <a:r>
              <a:rPr lang="en-US" b="1" dirty="0" smtClean="0"/>
              <a:t>My SQL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8331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1816"/>
            <a:ext cx="8229600" cy="1399032"/>
          </a:xfrm>
        </p:spPr>
        <p:txBody>
          <a:bodyPr>
            <a:noAutofit/>
          </a:bodyPr>
          <a:lstStyle/>
          <a:p>
            <a:r>
              <a:rPr lang="en-US" sz="4000" b="1" dirty="0"/>
              <a:t>💰 Top 5 Customers by Total Spending</a:t>
            </a:r>
            <a:br>
              <a:rPr lang="en-US" sz="4000" b="1" dirty="0"/>
            </a:br>
            <a:r>
              <a:rPr lang="en-US" sz="4000" dirty="0" smtClean="0"/>
              <a:t/>
            </a:r>
            <a:br>
              <a:rPr lang="en-US" sz="4000" dirty="0" smtClean="0"/>
            </a:br>
            <a:endParaRPr lang="en-IN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556792"/>
            <a:ext cx="8352928" cy="4701084"/>
          </a:xfr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46856" y="5558360"/>
            <a:ext cx="8229600" cy="1399032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484632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dirty="0" smtClean="0"/>
              <a:t/>
            </a:r>
            <a:br>
              <a:rPr lang="en-US" sz="4000" dirty="0" smtClean="0"/>
            </a:br>
            <a:endParaRPr lang="en-IN" sz="40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3528" y="6353254"/>
            <a:ext cx="8496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query finds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on top 5 CUSTOMERS spent the most money.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109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9808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🧾 </a:t>
            </a:r>
            <a:r>
              <a:rPr lang="en-US" b="1" dirty="0" smtClean="0"/>
              <a:t>  Total </a:t>
            </a:r>
            <a:r>
              <a:rPr lang="en-US" b="1" dirty="0"/>
              <a:t>Sales Revenue from All Invoices</a:t>
            </a:r>
            <a:br>
              <a:rPr lang="en-US" b="1" dirty="0"/>
            </a:b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4784"/>
            <a:ext cx="8229600" cy="4824536"/>
          </a:xfr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5536" y="6381328"/>
            <a:ext cx="60240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query </a:t>
            </a: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find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in TOTAL SALES revenue from invoices.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21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9808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🏆 Top Country by Total Sales: USA ($523.06)</a:t>
            </a:r>
            <a:br>
              <a:rPr lang="en-US" b="1" dirty="0"/>
            </a:b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4784"/>
            <a:ext cx="8229600" cy="4824536"/>
          </a:xfr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30034" y="6381328"/>
            <a:ext cx="61141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Query specify in based on  TOP COUNTRY by total sales.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260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373784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🏆 Year with Highest Sales Based on Invoice Data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4784"/>
            <a:ext cx="8229600" cy="4815244"/>
          </a:xfr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14280" y="6372036"/>
            <a:ext cx="74260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query identifies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in YEAR with highest sales based on invoice  data.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884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848" y="267494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🎶 Top-Earning Music Genre by Sales Revenue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12776"/>
            <a:ext cx="8229600" cy="4968552"/>
          </a:xfr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93115" y="6453336"/>
            <a:ext cx="70871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query identifies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in top earning music GENRE by sales revenue.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22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7800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🎧 Track Distribution by Genre: Count of Songs in Each Category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88840"/>
            <a:ext cx="8229600" cy="4392488"/>
          </a:xfr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23528" y="6453336"/>
            <a:ext cx="75841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Count for a track distribution by GENRE count of songs in each category.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13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3784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💰 Most Expensive Track in the Music Database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4784"/>
            <a:ext cx="8229600" cy="4896544"/>
          </a:xfr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5219" y="6453336"/>
            <a:ext cx="575894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Find in most expensive TRACK in the music database.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457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73784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🏅 Top 5 Customers by Total Purchase Value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56792"/>
            <a:ext cx="8229600" cy="4896544"/>
          </a:xfr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52277" y="6516052"/>
            <a:ext cx="56598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Find in TOP 5 CUSTOMERS by total purchase value.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550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9808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🌍 Total Sales by Country: Invoice-Based Revenue Breakdown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060848"/>
            <a:ext cx="8229600" cy="4042823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536" y="6309320"/>
            <a:ext cx="8496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query finds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on </a:t>
            </a: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total sales by country invoice-based revenue breakdown.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09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🧾   </a:t>
            </a:r>
            <a:r>
              <a:rPr lang="en-US" b="1" dirty="0"/>
              <a:t>Customer with the Largest Single Invoice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56792"/>
            <a:ext cx="8229600" cy="4796462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6372036"/>
            <a:ext cx="8496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query finds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on </a:t>
            </a: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CUSTOMER with the largest single invoice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654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776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🎼 Album with the Highest Number of Tracks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2776"/>
            <a:ext cx="8229600" cy="4824536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6353254"/>
            <a:ext cx="8496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query finds</a:t>
            </a:r>
            <a:r>
              <a:rPr lang="en-US" alt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on album with the highest number of tracks.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972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776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📀 Track Count per Album: Music Catalog Overview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4784"/>
            <a:ext cx="8229600" cy="4752528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6353254"/>
            <a:ext cx="8496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Calculate track count per album music catalog overview.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598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🎸 Most Popular Music Genre by Total Sales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2776"/>
            <a:ext cx="8229600" cy="4824536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6353254"/>
            <a:ext cx="8496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Use most popular music GENRE by total sales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96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🧍‍♂️ Customer Spending Summary: Total Purchase Amounts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88840"/>
            <a:ext cx="8229600" cy="4320480"/>
          </a:xfr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23528" y="6353254"/>
            <a:ext cx="8496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List CUSTOMERS spending summary total purchase amounts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611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776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🎤 Top 3 Selling Artists by Total Revenue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4784"/>
            <a:ext cx="8229600" cy="4752528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6353254"/>
            <a:ext cx="8496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List the TOP 3 selling artists by total revenue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227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776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🌎 Country with Highest Sales Revenue from Invoices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2776"/>
            <a:ext cx="8229600" cy="4752528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6353254"/>
            <a:ext cx="8496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query finds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on </a:t>
            </a: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COUNTRY with highest sales revenue from invoices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045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776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🏆 Top-Spending Customer Based on Invoice Totals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84784"/>
            <a:ext cx="8229600" cy="4752528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6353254"/>
            <a:ext cx="8496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query finds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on</a:t>
            </a: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 top-spending CUSTOMER based on invoice totals 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654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776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🎸 Highest Revenue-Generating Music Genre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2776"/>
            <a:ext cx="8229600" cy="468322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6353254"/>
            <a:ext cx="8496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query finds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on </a:t>
            </a: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highest revenue-generating music GENRE.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685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776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🎤 Artist with Highest Total Sales Revenue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68582"/>
            <a:ext cx="8229600" cy="4768730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6353254"/>
            <a:ext cx="84969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query finds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on </a:t>
            </a: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ARTIST with highest total sales revenue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384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776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📈 Peak Sales Year Based on Invoice Totals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2776"/>
            <a:ext cx="8229600" cy="4536504"/>
          </a:xfr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3529" y="5938827"/>
            <a:ext cx="8424935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query identifies the year with the highest total sales by summing the </a:t>
            </a:r>
            <a:r>
              <a:rPr lang="en-US" altLang="en-US" sz="2000" dirty="0" smtClean="0">
                <a:latin typeface="Arial Unicode MS" pitchFamily="34" charset="-128"/>
                <a:cs typeface="Arial" pitchFamily="34" charset="0"/>
              </a:rPr>
              <a:t>total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column for each year in the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Invoice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table. It then sorts the results in descending order.</a:t>
            </a:r>
          </a:p>
        </p:txBody>
      </p:sp>
    </p:spTree>
    <p:extLst>
      <p:ext uri="{BB962C8B-B14F-4D97-AF65-F5344CB8AC3E}">
        <p14:creationId xmlns:p14="http://schemas.microsoft.com/office/powerpoint/2010/main" val="3411037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032"/>
            <a:ext cx="8229600" cy="1399032"/>
          </a:xfrm>
        </p:spPr>
        <p:txBody>
          <a:bodyPr/>
          <a:lstStyle/>
          <a:p>
            <a:r>
              <a:rPr lang="en-US" b="1" dirty="0" smtClean="0"/>
              <a:t>             Thank You…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24876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435</TotalTime>
  <Words>415</Words>
  <Application>Microsoft Office PowerPoint</Application>
  <PresentationFormat>On-screen Show (4:3)</PresentationFormat>
  <Paragraphs>46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Verve</vt:lpstr>
      <vt:lpstr>Chinook Music Album Database</vt:lpstr>
      <vt:lpstr>💰 Top 5 Customers by Total Spending  </vt:lpstr>
      <vt:lpstr>🧾   Total Sales Revenue from All Invoices  </vt:lpstr>
      <vt:lpstr>🏆 Top Country by Total Sales: USA ($523.06)  </vt:lpstr>
      <vt:lpstr>🏆 Year with Highest Sales Based on Invoice Data </vt:lpstr>
      <vt:lpstr>🎶 Top-Earning Music Genre by Sales Revenue </vt:lpstr>
      <vt:lpstr>🎧 Track Distribution by Genre: Count of Songs in Each Category </vt:lpstr>
      <vt:lpstr>💰 Most Expensive Track in the Music Database </vt:lpstr>
      <vt:lpstr>🏅 Top 5 Customers by Total Purchase Value </vt:lpstr>
      <vt:lpstr>🌍 Total Sales by Country: Invoice-Based Revenue Breakdown </vt:lpstr>
      <vt:lpstr>🧾   Customer with the Largest Single Invoice </vt:lpstr>
      <vt:lpstr>🎼 Album with the Highest Number of Tracks </vt:lpstr>
      <vt:lpstr>📀 Track Count per Album: Music Catalog Overview </vt:lpstr>
      <vt:lpstr>🎸 Most Popular Music Genre by Total Sales </vt:lpstr>
      <vt:lpstr>🧍‍♂️ Customer Spending Summary: Total Purchase Amounts</vt:lpstr>
      <vt:lpstr>🎤 Top 3 Selling Artists by Total Revenue </vt:lpstr>
      <vt:lpstr>🌎 Country with Highest Sales Revenue from Invoices </vt:lpstr>
      <vt:lpstr>🏆 Top-Spending Customer Based on Invoice Totals </vt:lpstr>
      <vt:lpstr>🎸 Highest Revenue-Generating Music Genre </vt:lpstr>
      <vt:lpstr>🎤 Artist with Highest Total Sales Revenue </vt:lpstr>
      <vt:lpstr>📈 Peak Sales Year Based on Invoice Totals </vt:lpstr>
      <vt:lpstr>             Thank You…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Chinook Music Album Database</dc:title>
  <dc:creator>MANIKANDAN</dc:creator>
  <cp:lastModifiedBy>MANIKANDAN</cp:lastModifiedBy>
  <cp:revision>63</cp:revision>
  <dcterms:created xsi:type="dcterms:W3CDTF">2025-08-21T02:05:15Z</dcterms:created>
  <dcterms:modified xsi:type="dcterms:W3CDTF">2025-12-09T08:33:58Z</dcterms:modified>
</cp:coreProperties>
</file>